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Quantum Materials Progress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Updated November 09, 2025</a:t>
            </a:r>
          </a:p>
          <a:p>
            <a:r>
              <a:t>Generative QML + DFT program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are we building?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scouting system that suggests promising high-entropy alloys before we spend real lab time.</a:t>
            </a:r>
          </a:p>
          <a:p>
            <a:pPr lvl="1"/>
            <a:r>
              <a:t>Quantum ML models guess structure→property links, while a quantum-inspired generator proposes new alloys.</a:t>
            </a:r>
          </a:p>
          <a:p>
            <a:pPr lvl="1"/>
            <a:r>
              <a:t>A digital active-learning loop decides which ideas deserve Density Functional Theory (DFT) simulations.</a:t>
            </a:r>
          </a:p>
          <a:p>
            <a:pPr lvl="1"/>
            <a:r>
              <a:t>The goal: fewer expensive simulations, faster discovery of tough, lightweight materials.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Highlights so far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Playbook + research roles locked in (PDA + agent stack).</a:t>
            </a:r>
          </a:p>
          <a:p>
            <a:pPr lvl="1"/>
            <a:r>
              <a:t>Clean datasets, quality checks, and constraint rules for HEA chemistry.</a:t>
            </a:r>
          </a:p>
          <a:p>
            <a:pPr lvl="1"/>
            <a:r>
              <a:t>Quantum regressors match classical accuracy; generator produces 100% constraint-respecting samples after conditioning.</a:t>
            </a:r>
          </a:p>
          <a:p>
            <a:pPr lvl="1"/>
            <a:r>
              <a:t>Active-learning dry runs cut label needs by ~32% before real physics entered the loop.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Milestones at a glance</a:t>
            </a:r>
          </a:p>
        </p:txBody>
      </p:sp>
      <p:pic>
        <p:nvPicPr>
          <p:cNvPr id="3" name="Picture 2" descr="milestone_progress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658368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talk about DFT?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DFT is our truth serum: it predicts energies, densities, and stability with physics-level fidelity.</a:t>
            </a:r>
          </a:p>
          <a:p>
            <a:pPr lvl="1"/>
            <a:r>
              <a:t>Running QE (Quantum ESPRESSO) is costly, so we only send it the best leads from the ML loop.</a:t>
            </a:r>
          </a:p>
          <a:p>
            <a:pPr lvl="1"/>
            <a:r>
              <a:t>A good loop keeps accuracy high while shrinking the simulation bill.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 DFT progress</a:t>
            </a:r>
          </a:p>
        </p:txBody>
      </p:sp>
      <p:pic>
        <p:nvPicPr>
          <p:cNvPr id="3" name="Picture 2" descr="dft_kpis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2009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3035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6 HPC iterations completed → 24 vetted alloys. Label efficiency jumped to 0.80 (goal 0.30).</a:t>
            </a:r>
          </a:p>
          <a:p>
            <a:pPr lvl="1"/>
            <a:r>
              <a:t>Validation gap vs reference data: 3.4%, well below the 5% guardrail.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happens next?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Turn on multi-job queue + monitoring so QE keeps running while we watch latency and failures.</a:t>
            </a:r>
          </a:p>
          <a:p>
            <a:pPr lvl="1"/>
            <a:r>
              <a:t>Resume HPC campaign iterations 7–10 (adds vc_relax + elastic passes for stronger property claims).</a:t>
            </a:r>
          </a:p>
          <a:p>
            <a:pPr lvl="1"/>
            <a:r>
              <a:t>Retrain regressors with the new QE data and refresh acquisition weights before the next exploration wave.</a:t>
            </a:r>
          </a:p>
          <a:p>
            <a:pPr lvl="1"/>
            <a:r>
              <a:t>Package artefacts for documentation + manuscript figures (RKMA + PDA review).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Likely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Is this ready for the lab? → Yes for simulation campaigns; physical synthesis comes after M7 benchmarking.</a:t>
            </a:r>
          </a:p>
          <a:p>
            <a:pPr lvl="1"/>
            <a:r>
              <a:t>What’s the biggest risk? → DFT throughput; we are adding queue automation + monitoring before scaling up.</a:t>
            </a:r>
          </a:p>
          <a:p>
            <a:pPr lvl="1"/>
            <a:r>
              <a:t>How can I follow along? → Check docs/slides, README, and the lab notebooks in workspace/entries.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